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9"/>
  </p:normalViewPr>
  <p:slideViewPr>
    <p:cSldViewPr snapToGrid="0">
      <p:cViewPr>
        <p:scale>
          <a:sx n="114" d="100"/>
          <a:sy n="114" d="100"/>
        </p:scale>
        <p:origin x="448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8D728-78CC-5205-6715-9F0557A44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031C93-A843-C975-4162-597F6CEB3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53B82-6091-E796-A6DE-75559D53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5E405-DF33-DCA8-E1D1-D7F148A8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E9CF7-6368-A4B5-D8C6-EE09CA37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75622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A85AA-AB17-E340-F7B1-382A2BC6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739F1E-AD03-0362-BD3C-F7A5B6624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AAD437-91F5-574B-6450-B7A1A701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8D2B7-AA59-EBCD-60AA-6DDC22E5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62E7E-E1EB-04A8-62D6-CE55CDD8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58223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CBEB6-2DFF-5E72-E364-0345AFB8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0DD2CF-B549-2D67-891C-FE471F0DE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14DAB-56C7-162B-6F80-52E3F561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A8E51-2AD6-5D2A-CDC8-E148A9B3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EE33A-DA36-50B6-822C-B8652024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7319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D628E-2EA9-6C6B-E2C0-5F4B0C3E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B0978-93D3-57B3-D14E-F68CA5DC0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F5EC8-4AAB-1E21-757B-1E01CA1D5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6806B-9E33-9A85-1CA6-78AA0CF4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E98AA1-A92B-ECB7-52D3-34888B55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F012E-A991-A0C0-0854-A53C66E7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24368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F2F3-CF85-42A9-8CF0-32EF88E9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DD38BC-D28A-8181-27F6-25DB95DA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B7118B-63E8-68DB-1BA0-0FB5ABDB9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C80048-1B49-822D-8AD0-F3E98CEEC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8541E8-C8F3-B206-7B69-DBE8EBEEC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983471-DC42-BE5E-3C7C-D17CC587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839DF3-176A-A30E-B4D2-C7B53C08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21B013-F20C-F310-2D87-66A563E0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3696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6FBFE-F486-D8FE-48A1-BA2F2E1A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16BC87-7CD9-8350-9E26-B41AFDE7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8AC366-144A-4775-CF4F-522DE62D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B1CC66-6C99-6011-86BB-5802A25A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89294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A2E3DD-A1E6-EE19-12A9-86A580A6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85A676-D40A-85B6-20B2-11B59A4C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CF822-61E6-9A0A-2EC6-CCE8409B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82501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F5215-6F97-7E96-7B80-6AE9CD65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A3009-FF38-4065-6C73-EFBD306B7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B2E7E5-0511-02F2-8BEE-C4E9536CB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B4CCB-0503-1E54-C620-2C65DC5D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1B4B3B-2CAB-BE31-4306-D2467966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2B8466-F0D2-9B7B-1C5B-3D2980E0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93213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74F8F-58CD-896C-8460-555EFDDE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7F887E-21EF-7628-8487-4AB14E0DF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23539-4E6D-ED79-FF06-D70A61B5D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8E69FC-8F61-AADB-2D38-E08E78EA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3E933F-C560-5B6D-329B-5B70AE0F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A3883-3E3D-86A5-26DC-29858049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188245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C0722-E9FD-342E-2529-9D79F3E3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FAF8AB-19E5-EFE3-ADB7-D16840ED4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54191-5B09-A50F-5FB4-A56DED67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AC87B-A730-AFF6-65E0-03EAB868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8D745-3551-8A3D-BC01-AE203A84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59415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15EA4C-6B0C-3685-4CB6-0052B7386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AE648B-AFC1-17BA-C9DE-E4CFA854B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30AC8-887D-8BF5-6029-E990F39A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BA2BB-E447-B749-1BCF-E23486D0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6A1A9-7590-AF88-79BD-AB987A42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74056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58F038-8A82-4A7E-7C33-8208F967C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369C9A-B01E-0A23-132D-1FA581ABD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0B4D0-56C2-867D-9762-D0C7A4CD3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D8BF3-75C6-5444-9196-340D3F598CE1}" type="datetimeFigureOut">
              <a:rPr kumimoji="1" lang="zh-SG" altLang="en-US" smtClean="0"/>
              <a:t>29/05/26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EA519-4F63-6DEC-FF3C-9517F0BC0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D366DD-AD10-6DBE-255E-C0BFD036C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B4168-5340-4B46-A0F5-F5B0E41D6BBF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80850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AB1AD-4273-53CF-5F66-2033431FB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SG" dirty="0"/>
              <a:t>Combination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Continues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Discrete</a:t>
            </a:r>
            <a:r>
              <a:rPr kumimoji="1" lang="zh-CN" altLang="en-US" dirty="0"/>
              <a:t> </a:t>
            </a:r>
            <a:r>
              <a:rPr kumimoji="1" lang="en-US" altLang="zh-CN" dirty="0"/>
              <a:t>DLM</a:t>
            </a:r>
            <a:endParaRPr kumimoji="1"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5B6B3B-C71A-B6F2-756E-28F2BAFB9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95137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E24D-226A-6F6C-5409-E90B5422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368B2-A583-00ED-1E0A-4DF1A2250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673" y="319315"/>
            <a:ext cx="9144000" cy="1042534"/>
          </a:xfrm>
        </p:spPr>
        <p:txBody>
          <a:bodyPr>
            <a:normAutofit/>
          </a:bodyPr>
          <a:lstStyle/>
          <a:p>
            <a:r>
              <a:rPr kumimoji="1" lang="en-US" altLang="zh-CN" sz="4000" dirty="0"/>
              <a:t>Stage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1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Continues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DLM</a:t>
            </a:r>
            <a:endParaRPr kumimoji="1" lang="zh-SG" altLang="en-US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5F8D43-1B19-F941-2B9A-075298AB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99" y="1361849"/>
            <a:ext cx="10591249" cy="491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9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DA55E-9E21-E374-8BAA-C34C09AC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4C65B-2C58-0BBE-E203-7A0079DDB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286" y="319315"/>
            <a:ext cx="9144000" cy="1042534"/>
          </a:xfrm>
        </p:spPr>
        <p:txBody>
          <a:bodyPr>
            <a:normAutofit/>
          </a:bodyPr>
          <a:lstStyle/>
          <a:p>
            <a:r>
              <a:rPr kumimoji="1" lang="en-US" altLang="zh-CN" sz="4400" dirty="0"/>
              <a:t>Stage</a:t>
            </a:r>
            <a:r>
              <a:rPr kumimoji="1" lang="zh-CN" altLang="en-US" sz="4400" dirty="0"/>
              <a:t> </a:t>
            </a:r>
            <a:r>
              <a:rPr kumimoji="1" lang="en-US" altLang="zh-CN" sz="4400" dirty="0"/>
              <a:t>2</a:t>
            </a:r>
            <a:r>
              <a:rPr kumimoji="1" lang="zh-CN" altLang="en-US" sz="4400" dirty="0"/>
              <a:t> </a:t>
            </a:r>
            <a:r>
              <a:rPr kumimoji="1" lang="en-US" altLang="zh-CN" sz="4400" dirty="0"/>
              <a:t>Discrete</a:t>
            </a:r>
            <a:r>
              <a:rPr kumimoji="1" lang="zh-CN" altLang="en-US" sz="4400" dirty="0"/>
              <a:t> </a:t>
            </a:r>
            <a:r>
              <a:rPr kumimoji="1" lang="en-US" altLang="zh-CN" sz="4400" dirty="0"/>
              <a:t>DLM</a:t>
            </a:r>
            <a:endParaRPr kumimoji="1" lang="zh-SG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D6C329-D3FC-4FA6-36D7-22452F22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28" y="1361849"/>
            <a:ext cx="8435167" cy="474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5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41EA-E554-E2A3-BFDD-E5E88976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32B5D-34B5-6A74-3D6C-480CE37EC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11" y="63650"/>
            <a:ext cx="9144000" cy="1042534"/>
          </a:xfrm>
        </p:spPr>
        <p:txBody>
          <a:bodyPr>
            <a:normAutofit/>
          </a:bodyPr>
          <a:lstStyle/>
          <a:p>
            <a:r>
              <a:rPr kumimoji="1" lang="en-US" altLang="zh-CN" sz="3600" dirty="0"/>
              <a:t>What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ELF</a:t>
            </a:r>
            <a:r>
              <a:rPr kumimoji="1" lang="zh-CN" altLang="en-US" sz="3600" dirty="0"/>
              <a:t> </a:t>
            </a:r>
            <a:r>
              <a:rPr kumimoji="1" lang="en-US" altLang="zh-CN" sz="3600" dirty="0"/>
              <a:t>does</a:t>
            </a:r>
            <a:endParaRPr kumimoji="1" lang="zh-SG" altLang="en-US" sz="3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F01A48-7661-F956-5054-EE18E80E7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83" y="1214655"/>
            <a:ext cx="7772400" cy="21047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24A5EF6-AECD-DAAF-1F9C-16FE67B83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283" y="4016353"/>
            <a:ext cx="7772400" cy="24035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F999CD-DEB1-E5EC-7FEA-DD1C32A14BA7}"/>
              </a:ext>
            </a:extLst>
          </p:cNvPr>
          <p:cNvSpPr txBox="1"/>
          <p:nvPr/>
        </p:nvSpPr>
        <p:spPr>
          <a:xfrm>
            <a:off x="1888177" y="3538550"/>
            <a:ext cx="144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SG" dirty="0"/>
              <a:t>Weakness</a:t>
            </a:r>
            <a:r>
              <a:rPr kumimoji="1" lang="zh-CN" altLang="en-US" dirty="0"/>
              <a:t>：</a:t>
            </a:r>
            <a:endParaRPr kumimoji="1"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22362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B650-6B48-7A59-18CB-60EB1025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13DDA-5CC7-1A65-51BF-9EF0A0D84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6773" y="-117913"/>
            <a:ext cx="9144000" cy="1042534"/>
          </a:xfrm>
        </p:spPr>
        <p:txBody>
          <a:bodyPr>
            <a:normAutofit/>
          </a:bodyPr>
          <a:lstStyle/>
          <a:p>
            <a:r>
              <a:rPr kumimoji="1" lang="en-US" altLang="zh-CN" sz="4000" dirty="0"/>
              <a:t>Stage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3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Combination</a:t>
            </a:r>
            <a:endParaRPr kumimoji="1" lang="zh-SG" altLang="en-US" sz="4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053333-7A2D-0FEF-B1DB-A7316EDB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79" y="846562"/>
            <a:ext cx="10553842" cy="593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3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22</Words>
  <Application>Microsoft Macintosh PowerPoint</Application>
  <PresentationFormat>宽屏</PresentationFormat>
  <Paragraphs>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主题​​</vt:lpstr>
      <vt:lpstr>Combination of Continues and Discrete DLM</vt:lpstr>
      <vt:lpstr>Stage 1 Continues DLM</vt:lpstr>
      <vt:lpstr>Stage 2 Discrete DLM</vt:lpstr>
      <vt:lpstr>What ELF does</vt:lpstr>
      <vt:lpstr>Stage 3 Combination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 Teng</dc:creator>
  <cp:lastModifiedBy>Tu Teng</cp:lastModifiedBy>
  <cp:revision>2</cp:revision>
  <dcterms:created xsi:type="dcterms:W3CDTF">2026-05-29T08:03:45Z</dcterms:created>
  <dcterms:modified xsi:type="dcterms:W3CDTF">2026-05-30T08:23:51Z</dcterms:modified>
</cp:coreProperties>
</file>